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194560" cy="2194560"/>
          </a:xfrm>
          <a:prstGeom prst="ellipse">
            <a:avLst/>
          </a:prstGeom>
          <a:solidFill>
            <a:srgbClr val="0096C7">
              <a:alpha val="8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468880"/>
            <a:ext cx="1463040" cy="1463040"/>
          </a:xfrm>
          <a:prstGeom prst="ellipse">
            <a:avLst/>
          </a:prstGeom>
          <a:solidFill>
            <a:srgbClr val="0096C7">
              <a:alpha val="6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383280"/>
            <a:ext cx="914400" cy="914400"/>
          </a:xfrm>
          <a:prstGeom prst="ellipse">
            <a:avLst/>
          </a:prstGeom>
          <a:solidFill>
            <a:srgbClr val="0096C7">
              <a:alpha val="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114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1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3474720" cy="36576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077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Digital Banking Platform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3101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MongoDB · Express.js · React 19 · Node.js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4389120" cy="493776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4389120" cy="493776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pPr indent="0" marL="0">
              <a:buNone/>
            </a:pPr>
            <a:r>
              <a:rPr lang="en-US" sz="10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(11 pages)  +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pPr indent="0" marL="0">
              <a:buNone/>
            </a:pPr>
            <a:r>
              <a:rPr lang="en-US" sz="10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(6 pages)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407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Sundralla Sai Sathwik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7091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  · 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0" y="1371600"/>
            <a:ext cx="1417320" cy="1097280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1371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60920" y="1371600"/>
            <a:ext cx="1417320" cy="1097280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60920" y="137160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360920" y="20116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Collections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1417320" cy="1097280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926080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 Bank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87552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0058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481328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banking simulation with real-world workflows: KYC onboarding, accounts, loans, FD/RD, fund transfers, and live support chat.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822960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2296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987552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31336" y="10058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Portals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82696" y="1481328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(11 pages) for day-to-day banking operations, and Admin Panel (6 pages) for managing customers, accounts, loans &amp; beneficiaries.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7336" y="822960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17336" y="822960"/>
            <a:ext cx="274320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987552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987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75704" y="10058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1481328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role guards (CUSTOMER / ADMIN). Passwords hashed with bcryptjs. KYC documents uploaded and stored via Multer.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07792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907792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72384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" y="30906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" y="3566160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automated email templates via Nodemailer: account approved, loan approved/rejected, OTP password reset, and zero-balance admin alert.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72968" y="2907792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2907792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3072384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831336" y="30906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82696" y="3566160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powers live customer-admin support chat. Each ticket has its own room; messages persist to MongoDB.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17336" y="2907792"/>
            <a:ext cx="2743200" cy="192024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17336" y="2907792"/>
            <a:ext cx="274320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54496" y="3072384"/>
            <a:ext cx="457200" cy="457200"/>
          </a:xfrm>
          <a:prstGeom prst="ellipse">
            <a:avLst/>
          </a:prstGeom>
          <a:solidFill>
            <a:srgbClr val="0F1D3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75704" y="309067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Automation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27064" y="3566160"/>
            <a:ext cx="254203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runs hourly: auto-deactivates AT_RISK accounts after 24h of zero balance, with email alert to admin at trigger time.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2029968" cy="416052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859536"/>
            <a:ext cx="2029968" cy="475488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85953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66420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5544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React Router v7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2231136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12140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(8 slices)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2798064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68833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v7 (Material Design)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3364992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2552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Formik + Yup validation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" y="3931920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82219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449884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38912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JWT interceptor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0" y="804672"/>
            <a:ext cx="2029968" cy="416052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77440" y="804672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859536"/>
            <a:ext cx="2029968" cy="475488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85953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87168" y="1664208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15184" y="15544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87168" y="2231136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212140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87168" y="2798064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268833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87168" y="3364992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32552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file uploads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87168" y="3931920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382219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(6 templates)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87168" y="4498848"/>
            <a:ext cx="73152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15184" y="438912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scheduled jobs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0" y="804672"/>
            <a:ext cx="2029968" cy="416052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0" y="804672"/>
            <a:ext cx="2029968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859536"/>
            <a:ext cx="2029968" cy="475488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85953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81728" y="1664208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15544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(local)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81728" y="2231136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212140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 v9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81728" y="2798064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68833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collections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81728" y="3364992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9744" y="32552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 generator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81728" y="3931920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82219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Prefixed IDs (MYFIN-CUST…)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81728" y="4498848"/>
            <a:ext cx="73152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438912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Ref-based relationships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804672"/>
            <a:ext cx="2029968" cy="4160520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804672"/>
            <a:ext cx="20299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859536"/>
            <a:ext cx="2029968" cy="475488"/>
          </a:xfrm>
          <a:prstGeom prst="rect">
            <a:avLst/>
          </a:prstGeom>
          <a:solidFill>
            <a:srgbClr val="1A2C46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85953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76288" y="166420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04304" y="155448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v4.8 server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876288" y="2231136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04304" y="2121408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Ticket-based chat rooms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76288" y="2798064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04304" y="2688336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joinTicket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76288" y="3364992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04304" y="3255264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sendMessage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76288" y="3931920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04304" y="382219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Event: newMessage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876288" y="4498848"/>
            <a:ext cx="731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04304" y="4389120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MongoDB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Stack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8503920" cy="347472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830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3310128"/>
            <a:ext cx="8503920" cy="347472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3101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777240"/>
            <a:ext cx="8686800" cy="969264"/>
          </a:xfrm>
          <a:prstGeom prst="rect">
            <a:avLst/>
          </a:prstGeom>
          <a:solidFill>
            <a:srgbClr val="142035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777240"/>
            <a:ext cx="54864" cy="9692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8321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1612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Redux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0" y="116128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E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4356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39903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Pages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78608" y="14356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139903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(11 pages)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0016" y="14356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39903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(6 pages)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21424" y="1435608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139903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Store (8 slices)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313432"/>
            <a:ext cx="8686800" cy="969264"/>
          </a:xfrm>
          <a:prstGeom prst="rect">
            <a:avLst/>
          </a:prstGeom>
          <a:solidFill>
            <a:srgbClr val="142035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313432"/>
            <a:ext cx="54864" cy="9692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682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26974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Node.js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51760" y="26974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E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localhost:5000  •  REST API + Socket.IO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293522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 (JWT + Role)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78608" y="29718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293522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files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0016" y="29718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3522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Controller files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21424" y="29718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2935224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Service files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3849624"/>
            <a:ext cx="8686800" cy="969264"/>
          </a:xfrm>
          <a:prstGeom prst="rect">
            <a:avLst/>
          </a:prstGeom>
          <a:solidFill>
            <a:srgbClr val="142035"/>
          </a:solidFill>
          <a:ln w="19050">
            <a:solidFill>
              <a:srgbClr val="F0C0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3849624"/>
            <a:ext cx="54864" cy="9692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9044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42336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51760" y="42336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E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myfinbank database  •  10 collections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4507992"/>
            <a:ext cx="91440" cy="9144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4714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Account, Transaction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78608" y="4507992"/>
            <a:ext cx="91440" cy="9144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24912" y="44714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Loan, LoanPayment, FixedDeposit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0016" y="4507992"/>
            <a:ext cx="91440" cy="9144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44714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RecurringDeposit, Beneficiary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21424" y="4507992"/>
            <a:ext cx="91440" cy="91440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44714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SupportTicket, SupportMessage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 — KEY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Pages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45720" cy="1353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14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914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33502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account balances, status badges, quick-action tiles for all banking operations.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72968" y="82296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822960"/>
            <a:ext cx="45720" cy="13533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914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21608" y="914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/ Withdraw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82696" y="133502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are admin-initiated. Customers withdraw; zero-balance auto-triggers AT_RISK + email alert.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822960"/>
            <a:ext cx="45720" cy="13533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914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3408" y="914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Transfer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54496" y="133502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beneficiary accounts. Dual transaction records created with shared REF-UUID reference ID.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228600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286000"/>
            <a:ext cx="45720" cy="1353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" y="279806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auto-suggested interest rate. View EMI schedule. Admin approve/reject with email.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72968" y="228600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2286000"/>
            <a:ext cx="45720" cy="13533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21608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82696" y="279806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FD with custom tenure. Simple interest: P + (P×r×t/12)/100. Maturity date auto-calculated.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44768" y="228600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2286000"/>
            <a:ext cx="45720" cy="13533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377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93408" y="2377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Deposit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54496" y="279806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installment scheme. First deducted at creation; pay subsequent via portal.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1168" y="374904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01168" y="3749040"/>
            <a:ext cx="45720" cy="13533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49808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10896" y="426110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payee accounts (pending admin approval). Only ACTIVE beneficiaries shown for transfers.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72968" y="374904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72968" y="3749040"/>
            <a:ext cx="45720" cy="135331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82696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721608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82696" y="426110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tickets, chat in real-time with admin via Socket.IO. Messages persist to DB.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44768" y="3749040"/>
            <a:ext cx="2816352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4768" y="3749040"/>
            <a:ext cx="45720" cy="13533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693408" y="3840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Reset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54496" y="4261104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name/phone/address. Forgot password via 6-digit OTP email, valid 10 minutes.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MANAGEMENT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42519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14400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50976" y="1051560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9326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298448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registrations. Review uploaded KYC documents (Aadhaar/PAN). Approve → activates account + sends welcome email with Customer ID. Reject with one click.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425196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14400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5413248" y="1051560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9326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Accounts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1298448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SAVINGS and CURRENT account requests. Approve/reject. Manually set AT_RISK or DEACTIVATED with deactivation type (MANUAL/AUTO).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" y="2304288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304288"/>
            <a:ext cx="425196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395728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50976" y="2532888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24140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Loans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9848" y="277977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pending loan applications. Approve (generates full EMI schedule + email) or reject (sends rejection email). View loan details and EMI amounts.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304288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304288"/>
            <a:ext cx="425196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95728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5413248" y="2532888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241401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Beneficiaries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2779776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customer-added payee accounts. Only admin-approved beneficiaries can be used for fund transfers by customers.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" y="3785616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785616"/>
            <a:ext cx="425196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3877056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950976" y="4014216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38953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Funds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9848" y="4261104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is the only role that can credit customer accounts (via POST /api/transactions/deposit). Customers cannot self-deposit.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785616"/>
            <a:ext cx="4251960" cy="135331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785616"/>
            <a:ext cx="4251960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77056"/>
            <a:ext cx="621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9" name="Shape 37"/>
          <p:cNvSpPr/>
          <p:nvPr/>
        </p:nvSpPr>
        <p:spPr>
          <a:xfrm>
            <a:off x="5413248" y="4014216"/>
            <a:ext cx="27432" cy="822960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389534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Chat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32120" y="4261104"/>
            <a:ext cx="3246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open/in-progress tickets. Chat in real-time with customers via Socket.IO. Update ticket status: OPEN → IN_PROGRESS → RESOLVED.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— 10 MongoDB Collections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9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152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· name · email · password · phone · address · govIdType · govIdNumber · govIdDocumentPath · status · createdAt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81728" y="804672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804672"/>
            <a:ext cx="4572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859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8888" y="11521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 · customerId · accountType · balance · overdraftLimit · status · deactivationType · atRiskSince · createdAt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1636776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1636776"/>
            <a:ext cx="45720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1984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txnId · accountNumber · referenceId · transactionCategory · type · amount · balanceAfterTxn · description · date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81728" y="1636776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1636776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6916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18888" y="19842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· accountNumber · loanAmount · interestRate · tenureMonths · emiAmount · remainingBalance · purpose · status · startDate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2468880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468880"/>
            <a:ext cx="4572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23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LoanPayment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816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paymentId · loanId · emiNumber · amount · paymentDate · referenceId · status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81728" y="2468880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468880"/>
            <a:ext cx="45720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5237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FixedDeposit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28163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fdId · accountNumber · amount · interestRate · tenureMonths · maturityAmount · startDate · maturityDate · status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2880" y="3300984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300984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55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RecurringDeposit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36484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rdId · accountNumber · monthlyAmount · tenureMonths · interestRate · paidInstallments · startDate · maturityDate · 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81728" y="3300984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81728" y="3300984"/>
            <a:ext cx="4572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35584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18888" y="364845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beneficiaryId · customerId · beneficiaryName · accountNumber · branch · status · createdAt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" y="4133088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82880" y="4133088"/>
            <a:ext cx="45720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0040" y="4480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ticketId · customerId · subject · status (OPEN/IN_PROGRESS/RESOLVED) · createdAt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81728" y="4133088"/>
            <a:ext cx="4297680" cy="749808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81728" y="4133088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SupportMessage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18888" y="4480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messageId · ticketId · senderType · senderId · message · timestamp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 · Multer · OTP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10424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" y="1591056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645920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form + KYC doc (Aadhaar/PAN). Multer stores file. bcryptjs hashes password. Status → PENDING_VERIFICATION.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225296"/>
            <a:ext cx="155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822960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05840"/>
            <a:ext cx="512064" cy="51206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05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41064" y="10424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00984" y="1591056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1645920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KYC doc, approves customer. Status → ACTIVE. Welcome email sent with Customer ID.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225296"/>
            <a:ext cx="155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822960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005840"/>
            <a:ext cx="512064" cy="51206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05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12864" y="104241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1591056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645920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 email + password. Backend verifies, signs JWT { id, email, role: CUSTOMER }. Token returned to client.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2852928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35808"/>
            <a:ext cx="512064" cy="51206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264" y="30723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" y="3621024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" y="3675888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stores token in localStorage. Axios interceptor auto-attaches Bearer token to every subsequent request.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3255264"/>
            <a:ext cx="15544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2968" y="2852928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035808"/>
            <a:ext cx="512064" cy="51206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941064" y="30723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Middleware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00984" y="3621024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00984" y="3675888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route runs authMiddleware(role). JWT verified, role checked. 401 if invalid, 403 if wrong role.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3255264"/>
            <a:ext cx="155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2852928"/>
            <a:ext cx="2816352" cy="1901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09360" y="3035808"/>
            <a:ext cx="512064" cy="51206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12864" y="30723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72784" y="3621024"/>
            <a:ext cx="2560320" cy="32004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3675888"/>
            <a:ext cx="257860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OTP → 6-digit code emailed (10min expiry). Submit OTP + new password → bcrypt re-hash, token marked used.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— Account &amp; Transaction Lifecycle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160520" cy="4187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41605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77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Lifecycle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3E54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6733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3E54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KYC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17627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6791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3E54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reaches zero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18211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 (24h timer)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6850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356616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E0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DEACTIVATED (AUTO)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315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Admin can also manually set DEACTIVATED or restore ACTIVE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804672"/>
            <a:ext cx="4297680" cy="418795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804672"/>
            <a:ext cx="42976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877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Lifecycle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132588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3E54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3258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Applies for Loan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167335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182880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82880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(auto interest rate)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217627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92040" y="233172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3E54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3317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66360" y="26791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ECC71"/>
                </a:solidFill>
              </a:rPr>
              <a:t>⤷  Approve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812280" y="267919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E05555"/>
                </a:solidFill>
              </a:rPr>
              <a:t>Reject  ⤷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892040" y="283464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8346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→ EMI schedule created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9400" y="318211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333756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E0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3375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→ email sent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368503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5470"/>
                </a:solidFill>
              </a:rPr>
              <a:t>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92040" y="3840480"/>
            <a:ext cx="3703320" cy="347472"/>
          </a:xfrm>
          <a:prstGeom prst="rect">
            <a:avLst/>
          </a:prstGeom>
          <a:solidFill>
            <a:srgbClr val="0F1D3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84048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(all EMIs paid)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LOGIC &amp; CALCULATIONS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Formulae &amp; Automation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4279392" cy="19933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04672"/>
            <a:ext cx="427939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EMI Formula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3913632" cy="457200"/>
          </a:xfrm>
          <a:prstGeom prst="rect">
            <a:avLst/>
          </a:prstGeom>
          <a:solidFill>
            <a:srgbClr val="0F1D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29844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P × r × (1+r)ⁿ / [(1+r)ⁿ − 1]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6537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1051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Principal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13969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8483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Annual Rate / 12 / 100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4140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5915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Tenure months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6883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334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rounded to 2 decimal places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279392" cy="19933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04672"/>
            <a:ext cx="42793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Suggestion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28032" y="1298448"/>
            <a:ext cx="3913632" cy="457200"/>
          </a:xfrm>
          <a:prstGeom prst="rect">
            <a:avLst/>
          </a:prstGeom>
          <a:solidFill>
            <a:srgbClr val="0F1D30"/>
          </a:solidFill>
          <a:ln w="1016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29844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≤₹50K: 10–11%  |  ≤₹2L: 9–9.5%  |  &gt;₹2L: 8–8.5%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64608" y="1865376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81051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auto-suggested on apply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64608" y="2139696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08483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override during approval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64608" y="2414016"/>
            <a:ext cx="73152" cy="7315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35915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tenure = lower rate within bracket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2880" y="2953512"/>
            <a:ext cx="4279392" cy="19933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53512"/>
            <a:ext cx="4279392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 Maturity (Simple Interest)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" y="3447288"/>
            <a:ext cx="3913632" cy="457200"/>
          </a:xfrm>
          <a:prstGeom prst="rect">
            <a:avLst/>
          </a:prstGeom>
          <a:solidFill>
            <a:srgbClr val="0F1D30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44728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= P + (P × r × t / 12) / 100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" y="4014216"/>
            <a:ext cx="73152" cy="7315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95935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tenure in months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4048" y="4288536"/>
            <a:ext cx="73152" cy="7315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2336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annual interest rate (%)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4048" y="4562856"/>
            <a:ext cx="73152" cy="73152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450799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date = startDate + tenureMonths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953512"/>
            <a:ext cx="4279392" cy="19933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953512"/>
            <a:ext cx="427939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AT_RISK Auto-Deactivation (Cron)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28032" y="3447288"/>
            <a:ext cx="3913632" cy="457200"/>
          </a:xfrm>
          <a:prstGeom prst="rect">
            <a:avLst/>
          </a:prstGeom>
          <a:solidFill>
            <a:srgbClr val="0F1D3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44728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Schedule:  0 * * * *  (every hour)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64608" y="401421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95935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AT_RISK accounts where atRiskSince ≤ 24h ago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64608" y="428853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23367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status = DEACTIVATED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64608" y="4562856"/>
            <a:ext cx="73152" cy="731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10912" y="450799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deactivationType = AUTO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REST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0" y="73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Route Groups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804672"/>
            <a:ext cx="32004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01568" y="804672"/>
            <a:ext cx="5541264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046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01568" y="804672"/>
            <a:ext cx="55412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1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188720"/>
            <a:ext cx="8759952" cy="365760"/>
          </a:xfrm>
          <a:prstGeom prst="rect">
            <a:avLst/>
          </a:prstGeom>
          <a:solidFill>
            <a:srgbClr val="142035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188720"/>
            <a:ext cx="36576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/api/customers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1568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(multipart), Login, Profile, Admin CRUD, KYC status update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2880" y="1572768"/>
            <a:ext cx="8759952" cy="365760"/>
          </a:xfrm>
          <a:prstGeom prst="rect">
            <a:avLst/>
          </a:prstGeom>
          <a:solidFill>
            <a:srgbClr val="0F1D30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1572768"/>
            <a:ext cx="36576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5727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01568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register, login, logout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1956816"/>
            <a:ext cx="8759952" cy="365760"/>
          </a:xfrm>
          <a:prstGeom prst="rect">
            <a:avLst/>
          </a:prstGeom>
          <a:solidFill>
            <a:srgbClr val="142035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1956816"/>
            <a:ext cx="36576" cy="3657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956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19568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get my accounts, get all, pending, update status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82880" y="2340864"/>
            <a:ext cx="8759952" cy="365760"/>
          </a:xfrm>
          <a:prstGeom prst="rect">
            <a:avLst/>
          </a:prstGeom>
          <a:solidFill>
            <a:srgbClr val="0F1D30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340864"/>
            <a:ext cx="36576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408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3408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(ADMIN), Withdraw, Transfer, Passbook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2724912"/>
            <a:ext cx="8759952" cy="365760"/>
          </a:xfrm>
          <a:prstGeom prst="rect">
            <a:avLst/>
          </a:prstGeom>
          <a:solidFill>
            <a:srgbClr val="142035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2724912"/>
            <a:ext cx="36576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249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/api/loans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01568" y="2724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EMI calc (public), my loans, pending, approve/reject, payments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2880" y="3108960"/>
            <a:ext cx="8759952" cy="365760"/>
          </a:xfrm>
          <a:prstGeom prst="rect">
            <a:avLst/>
          </a:prstGeom>
          <a:solidFill>
            <a:srgbClr val="0F1D30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108960"/>
            <a:ext cx="36576" cy="3657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/api/fd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1568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fixed deposit, get FDs by account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3493008"/>
            <a:ext cx="8759952" cy="365760"/>
          </a:xfrm>
          <a:prstGeom prst="rect">
            <a:avLst/>
          </a:prstGeom>
          <a:solidFill>
            <a:srgbClr val="142035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493008"/>
            <a:ext cx="36576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01568" y="3493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recurring deposit, get RDs, pay installment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" y="3877056"/>
            <a:ext cx="8759952" cy="365760"/>
          </a:xfrm>
          <a:prstGeom prst="rect">
            <a:avLst/>
          </a:prstGeom>
          <a:solidFill>
            <a:srgbClr val="0F1D30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3877056"/>
            <a:ext cx="36576" cy="365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8770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/api/beneficiaries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01568" y="38770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get mine (ACTIVE), get pending (ADMIN), approve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" y="4261104"/>
            <a:ext cx="8759952" cy="365760"/>
          </a:xfrm>
          <a:prstGeom prst="rect">
            <a:avLst/>
          </a:prstGeom>
          <a:solidFill>
            <a:srgbClr val="142035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" y="4261104"/>
            <a:ext cx="36576" cy="3657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2611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/api/support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01568" y="426110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ticket, my tickets, all tickets, update status, messages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" y="4645152"/>
            <a:ext cx="8759952" cy="365760"/>
          </a:xfrm>
          <a:prstGeom prst="rect">
            <a:avLst/>
          </a:prstGeom>
          <a:solidFill>
            <a:srgbClr val="0F1D30"/>
          </a:solidFill>
          <a:ln w="6350">
            <a:solidFill>
              <a:srgbClr val="3E54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4645152"/>
            <a:ext cx="36576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6451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/api/password-reset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01568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OTP, reset password with OTP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F1D3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 Bank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23113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production-patterned MERN banking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4114800" cy="36576"/>
          </a:xfrm>
          <a:prstGeom prst="rect">
            <a:avLst/>
          </a:prstGeom>
          <a:solidFill>
            <a:srgbClr val="3E5470"/>
          </a:solidFill>
          <a:ln w="12700">
            <a:solidFill>
              <a:srgbClr val="3E54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34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Sundralla Sai Sathwik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82219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Presentation  · 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30368" y="228600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30368" y="228600"/>
            <a:ext cx="175564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320040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0368" y="8686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150608" y="228600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0608" y="228600"/>
            <a:ext cx="175564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20040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50608" y="8686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Collections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30368" y="1435608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30368" y="1435608"/>
            <a:ext cx="1755648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1527048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30368" y="20756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Pages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50608" y="1435608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435608"/>
            <a:ext cx="175564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527048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50608" y="207568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Pages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230368" y="2642616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30368" y="2642616"/>
            <a:ext cx="175564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2734056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30368" y="328269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(Socket.IO)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150608" y="2642616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2642616"/>
            <a:ext cx="1755648" cy="4572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2734056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50608" y="328269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Templates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30368" y="3849624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30368" y="3849624"/>
            <a:ext cx="175564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941064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230368" y="448970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bcrypt Security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50608" y="3849624"/>
            <a:ext cx="1755648" cy="1078992"/>
          </a:xfrm>
          <a:prstGeom prst="rect">
            <a:avLst/>
          </a:prstGeom>
          <a:solidFill>
            <a:srgbClr val="142035"/>
          </a:solidFill>
          <a:ln w="12700">
            <a:solidFill>
              <a:srgbClr val="3E54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50608" y="3849624"/>
            <a:ext cx="1755648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3941064"/>
            <a:ext cx="17556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150608" y="448970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E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MyFin Bank – Sundralla Sai Sathwik</dc:title>
  <dc:subject>PptxGenJS Presentation</dc:subject>
  <dc:creator>PptxGenJS</dc:creator>
  <cp:lastModifiedBy>PptxGenJS</cp:lastModifiedBy>
  <cp:revision>1</cp:revision>
  <dcterms:created xsi:type="dcterms:W3CDTF">2026-03-18T13:19:20Z</dcterms:created>
  <dcterms:modified xsi:type="dcterms:W3CDTF">2026-03-18T13:19:20Z</dcterms:modified>
</cp:coreProperties>
</file>